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-2664" y="-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51366-417B-4A71-AE00-F60F6F410861}" type="datetimeFigureOut">
              <a:rPr lang="en-US" smtClean="0"/>
              <a:pPr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3984E-5B3E-41DA-B1D7-E3D1B52DEC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133600" y="3429000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 useBgFill="1">
        <p:nvSpPr>
          <p:cNvPr id="5" name="Rounded Rectangle 4"/>
          <p:cNvSpPr/>
          <p:nvPr/>
        </p:nvSpPr>
        <p:spPr>
          <a:xfrm>
            <a:off x="2286000" y="3581400"/>
            <a:ext cx="91440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 useBgFill="1">
        <p:nvSpPr>
          <p:cNvPr id="6" name="Rounded Rectangle 5"/>
          <p:cNvSpPr/>
          <p:nvPr/>
        </p:nvSpPr>
        <p:spPr>
          <a:xfrm>
            <a:off x="2438400" y="3733800"/>
            <a:ext cx="91440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ounded Rectangle 7"/>
          <p:cNvSpPr/>
          <p:nvPr/>
        </p:nvSpPr>
        <p:spPr>
          <a:xfrm>
            <a:off x="6172200" y="3352800"/>
            <a:ext cx="9144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ounded Rectangle 8"/>
          <p:cNvSpPr/>
          <p:nvPr/>
        </p:nvSpPr>
        <p:spPr>
          <a:xfrm>
            <a:off x="6324600" y="3505200"/>
            <a:ext cx="9144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ounded Rectangle 9"/>
          <p:cNvSpPr/>
          <p:nvPr/>
        </p:nvSpPr>
        <p:spPr>
          <a:xfrm>
            <a:off x="6477000" y="3657600"/>
            <a:ext cx="9144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ounded Rectangle 10"/>
          <p:cNvSpPr/>
          <p:nvPr/>
        </p:nvSpPr>
        <p:spPr>
          <a:xfrm>
            <a:off x="6629400" y="3810000"/>
            <a:ext cx="11430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Logger</a:t>
            </a:r>
            <a:endParaRPr lang="en-US" sz="1600" b="1" dirty="0" smtClean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038600" y="3657600"/>
            <a:ext cx="1752600" cy="990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sz="1600" b="1" dirty="0" err="1" smtClean="0">
                <a:solidFill>
                  <a:prstClr val="black"/>
                </a:solidFill>
              </a:rPr>
              <a:t>Tx</a:t>
            </a:r>
            <a:r>
              <a:rPr lang="en-US" sz="1600" b="1" dirty="0" smtClean="0">
                <a:solidFill>
                  <a:prstClr val="black"/>
                </a:solidFill>
              </a:rPr>
              <a:t> Status Oracle</a:t>
            </a:r>
          </a:p>
          <a:p>
            <a:pPr lvl="0"/>
            <a:r>
              <a:rPr lang="en-US" sz="1600" b="1" dirty="0" smtClean="0">
                <a:solidFill>
                  <a:prstClr val="black"/>
                </a:solidFill>
              </a:rPr>
              <a:t>(TSO)</a:t>
            </a:r>
            <a:r>
              <a:rPr lang="en-US" sz="1600" b="1" dirty="0" smtClean="0">
                <a:solidFill>
                  <a:prstClr val="white"/>
                </a:solidFill>
              </a:rPr>
              <a:t>)</a:t>
            </a:r>
          </a:p>
          <a:p>
            <a:pPr algn="ctr"/>
            <a:endParaRPr lang="en-US" sz="2400" dirty="0"/>
          </a:p>
        </p:txBody>
      </p:sp>
      <p:sp>
        <p:nvSpPr>
          <p:cNvPr id="13" name="Rounded Rectangle 12"/>
          <p:cNvSpPr/>
          <p:nvPr/>
        </p:nvSpPr>
        <p:spPr>
          <a:xfrm>
            <a:off x="3124200" y="1676400"/>
            <a:ext cx="2895600" cy="8382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600" b="1" dirty="0" err="1" smtClean="0">
                <a:solidFill>
                  <a:prstClr val="black"/>
                </a:solidFill>
              </a:rPr>
              <a:t>Tx</a:t>
            </a:r>
            <a:r>
              <a:rPr lang="en-US" sz="1600" b="1" dirty="0" smtClean="0">
                <a:solidFill>
                  <a:prstClr val="black"/>
                </a:solidFill>
              </a:rPr>
              <a:t> Manager</a:t>
            </a:r>
          </a:p>
          <a:p>
            <a:pPr lvl="0"/>
            <a:r>
              <a:rPr lang="en-US" sz="1200" b="1" dirty="0" smtClean="0">
                <a:solidFill>
                  <a:prstClr val="black"/>
                </a:solidFill>
              </a:rPr>
              <a:t>(Mediator Client)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5800" y="4038600"/>
            <a:ext cx="685800" cy="533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TSO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State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19600" y="1828800"/>
            <a:ext cx="685800" cy="533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TSO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State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Replica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81600" y="1828800"/>
            <a:ext cx="762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Working Set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3" idx="2"/>
          </p:cNvCxnSpPr>
          <p:nvPr/>
        </p:nvCxnSpPr>
        <p:spPr>
          <a:xfrm>
            <a:off x="4572000" y="2514600"/>
            <a:ext cx="0" cy="1143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85800" y="1676400"/>
            <a:ext cx="1600200" cy="76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 smtClean="0">
                <a:solidFill>
                  <a:prstClr val="black"/>
                </a:solidFill>
              </a:rPr>
              <a:t>Native </a:t>
            </a:r>
            <a:r>
              <a:rPr lang="en-US" sz="1600" b="1" dirty="0" smtClean="0">
                <a:solidFill>
                  <a:prstClr val="black"/>
                </a:solidFill>
              </a:rPr>
              <a:t>Client</a:t>
            </a:r>
            <a:endParaRPr lang="en-US" sz="1600" b="1" dirty="0" smtClean="0">
              <a:solidFill>
                <a:prstClr val="black"/>
              </a:solidFill>
            </a:endParaRPr>
          </a:p>
        </p:txBody>
      </p:sp>
      <p:cxnSp>
        <p:nvCxnSpPr>
          <p:cNvPr id="64" name="Straight Arrow Connector 63"/>
          <p:cNvCxnSpPr>
            <a:stCxn id="52" idx="2"/>
            <a:endCxn id="4" idx="1"/>
          </p:cNvCxnSpPr>
          <p:nvPr/>
        </p:nvCxnSpPr>
        <p:spPr>
          <a:xfrm rot="16200000" flipH="1">
            <a:off x="1085850" y="2838450"/>
            <a:ext cx="1447800" cy="6477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524000" y="2514600"/>
            <a:ext cx="5934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get()</a:t>
            </a:r>
          </a:p>
          <a:p>
            <a:r>
              <a:rPr lang="en-US" sz="1600" dirty="0" smtClean="0"/>
              <a:t>put()</a:t>
            </a:r>
            <a:endParaRPr lang="en-US" sz="1600" dirty="0"/>
          </a:p>
        </p:txBody>
      </p:sp>
      <p:sp>
        <p:nvSpPr>
          <p:cNvPr id="67" name="TextBox 66"/>
          <p:cNvSpPr txBox="1"/>
          <p:nvPr/>
        </p:nvSpPr>
        <p:spPr>
          <a:xfrm>
            <a:off x="2590497" y="2514600"/>
            <a:ext cx="16005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txGet</a:t>
            </a:r>
            <a:r>
              <a:rPr lang="en-US" sz="1600" dirty="0" smtClean="0"/>
              <a:t>()</a:t>
            </a:r>
          </a:p>
          <a:p>
            <a:r>
              <a:rPr lang="en-US" sz="1600" dirty="0" err="1" smtClean="0"/>
              <a:t>txPut</a:t>
            </a:r>
            <a:r>
              <a:rPr lang="en-US" sz="1600" dirty="0" smtClean="0"/>
              <a:t>()</a:t>
            </a:r>
          </a:p>
          <a:p>
            <a:r>
              <a:rPr lang="en-US" sz="1600" dirty="0" err="1" smtClean="0"/>
              <a:t>txCheckConflict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6705600" y="2590800"/>
            <a:ext cx="963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append()</a:t>
            </a:r>
          </a:p>
          <a:p>
            <a:r>
              <a:rPr lang="en-US" sz="1600" dirty="0" smtClean="0"/>
              <a:t>retrieve()</a:t>
            </a:r>
            <a:endParaRPr lang="en-US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4572000" y="2514600"/>
            <a:ext cx="205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txTimestampRequest</a:t>
            </a:r>
            <a:r>
              <a:rPr lang="en-US" sz="1600" dirty="0" smtClean="0"/>
              <a:t>()</a:t>
            </a:r>
          </a:p>
          <a:p>
            <a:r>
              <a:rPr lang="en-US" sz="1600" dirty="0" err="1" smtClean="0"/>
              <a:t>txTryCommit</a:t>
            </a:r>
            <a:r>
              <a:rPr lang="en-US" sz="1600" dirty="0" smtClean="0"/>
              <a:t>()</a:t>
            </a:r>
          </a:p>
          <a:p>
            <a:r>
              <a:rPr lang="en-US" sz="1600" dirty="0" err="1" smtClean="0"/>
              <a:t>txCommit</a:t>
            </a:r>
            <a:r>
              <a:rPr lang="en-US" sz="1600" dirty="0" smtClean="0"/>
              <a:t>()</a:t>
            </a:r>
          </a:p>
          <a:p>
            <a:r>
              <a:rPr lang="en-US" sz="1600" dirty="0" err="1" smtClean="0"/>
              <a:t>txAbort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3429000" y="1295400"/>
            <a:ext cx="0" cy="381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3581400" y="1295400"/>
            <a:ext cx="0" cy="381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3733800" y="1295400"/>
            <a:ext cx="0" cy="381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5029200" y="1295400"/>
            <a:ext cx="0" cy="381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257800" y="1295400"/>
            <a:ext cx="0" cy="381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 rot="16200000">
            <a:off x="2873067" y="700799"/>
            <a:ext cx="931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txBegin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79" name="TextBox 78"/>
          <p:cNvSpPr txBox="1"/>
          <p:nvPr/>
        </p:nvSpPr>
        <p:spPr>
          <a:xfrm rot="16200000">
            <a:off x="2988497" y="622939"/>
            <a:ext cx="1127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txCommit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80" name="TextBox 79"/>
          <p:cNvSpPr txBox="1"/>
          <p:nvPr/>
        </p:nvSpPr>
        <p:spPr>
          <a:xfrm rot="16200000">
            <a:off x="3276257" y="704807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txAbort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81" name="TextBox 80"/>
          <p:cNvSpPr txBox="1"/>
          <p:nvPr/>
        </p:nvSpPr>
        <p:spPr>
          <a:xfrm rot="16200000">
            <a:off x="4631766" y="747658"/>
            <a:ext cx="767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txGet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82" name="TextBox 81"/>
          <p:cNvSpPr txBox="1"/>
          <p:nvPr/>
        </p:nvSpPr>
        <p:spPr>
          <a:xfrm rot="16200000">
            <a:off x="4854050" y="756731"/>
            <a:ext cx="748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txPut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 useBgFill="1">
        <p:nvSpPr>
          <p:cNvPr id="7" name="Rounded Rectangle 6"/>
          <p:cNvSpPr/>
          <p:nvPr/>
        </p:nvSpPr>
        <p:spPr>
          <a:xfrm>
            <a:off x="2590800" y="3886200"/>
            <a:ext cx="114300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ysClr val="windowText" lastClr="000000"/>
                </a:solidFill>
              </a:rPr>
              <a:t>Database</a:t>
            </a:r>
            <a:endParaRPr lang="en-US" sz="1400" b="1" dirty="0" smtClean="0">
              <a:solidFill>
                <a:sysClr val="windowText" lastClr="000000"/>
              </a:solidFill>
            </a:endParaRPr>
          </a:p>
          <a:p>
            <a:pPr algn="ctr"/>
            <a:r>
              <a:rPr lang="en-US" sz="1200" b="1" dirty="0" smtClean="0">
                <a:solidFill>
                  <a:sysClr val="windowText" lastClr="000000"/>
                </a:solidFill>
              </a:rPr>
              <a:t>(</a:t>
            </a:r>
            <a:r>
              <a:rPr lang="en-US" sz="1200" b="1" dirty="0" err="1" smtClean="0">
                <a:solidFill>
                  <a:sysClr val="windowText" lastClr="000000"/>
                </a:solidFill>
              </a:rPr>
              <a:t>impl:HBase</a:t>
            </a:r>
            <a:r>
              <a:rPr lang="en-US" sz="1200" b="1" dirty="0" smtClean="0">
                <a:solidFill>
                  <a:sysClr val="windowText" lastClr="000000"/>
                </a:solidFill>
              </a:rPr>
              <a:t>)</a:t>
            </a:r>
          </a:p>
        </p:txBody>
      </p:sp>
      <p:cxnSp>
        <p:nvCxnSpPr>
          <p:cNvPr id="40" name="Elbow Connector 39"/>
          <p:cNvCxnSpPr>
            <a:stCxn id="13" idx="1"/>
            <a:endCxn id="4" idx="0"/>
          </p:cNvCxnSpPr>
          <p:nvPr/>
        </p:nvCxnSpPr>
        <p:spPr>
          <a:xfrm rot="10800000" flipV="1">
            <a:off x="2590800" y="2095500"/>
            <a:ext cx="533400" cy="13335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13" idx="3"/>
            <a:endCxn id="8" idx="0"/>
          </p:cNvCxnSpPr>
          <p:nvPr/>
        </p:nvCxnSpPr>
        <p:spPr>
          <a:xfrm>
            <a:off x="6019800" y="2095500"/>
            <a:ext cx="609600" cy="12573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teach-ict.com/as_as_computing/ocr/H447/F453/3_3_6/uml/miniweb/images/acto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228600"/>
            <a:ext cx="1396998" cy="838200"/>
          </a:xfrm>
          <a:prstGeom prst="rect">
            <a:avLst/>
          </a:prstGeom>
          <a:noFill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48587" y="1600200"/>
          <a:ext cx="4114801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914400"/>
                <a:gridCol w="1828413"/>
                <a:gridCol w="762000"/>
                <a:gridCol w="228988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Id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Model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Location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…</a:t>
                      </a:r>
                      <a:endParaRPr lang="en-US" sz="1200" b="1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387" y="4876800"/>
          <a:ext cx="175260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200"/>
                <a:gridCol w="11684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Id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Model</a:t>
                      </a:r>
                      <a:endParaRPr lang="en-US" sz="1200" b="1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67187" y="3276600"/>
          <a:ext cx="1905000" cy="13094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50"/>
                <a:gridCol w="666750"/>
                <a:gridCol w="762000"/>
              </a:tblGrid>
              <a:tr h="44316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User</a:t>
                      </a:r>
                    </a:p>
                    <a:p>
                      <a:pPr algn="ctr"/>
                      <a:r>
                        <a:rPr lang="en-US" sz="1200" b="1" dirty="0" smtClean="0"/>
                        <a:t>id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Item </a:t>
                      </a:r>
                    </a:p>
                    <a:p>
                      <a:pPr algn="ctr"/>
                      <a:r>
                        <a:rPr lang="en-US" sz="1200" b="1" dirty="0" smtClean="0"/>
                        <a:t>id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Rating</a:t>
                      </a:r>
                      <a:endParaRPr lang="en-US" sz="1200" b="1" dirty="0"/>
                    </a:p>
                  </a:txBody>
                  <a:tcPr/>
                </a:tc>
              </a:tr>
              <a:tr h="4261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261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Flowchart: Alternate Process 7"/>
          <p:cNvSpPr/>
          <p:nvPr/>
        </p:nvSpPr>
        <p:spPr>
          <a:xfrm>
            <a:off x="3429000" y="3505200"/>
            <a:ext cx="1371987" cy="61264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Job #1:</a:t>
            </a:r>
          </a:p>
          <a:p>
            <a:pPr algn="ctr"/>
            <a:r>
              <a:rPr lang="en-US" sz="1400" dirty="0" smtClean="0"/>
              <a:t>Model update</a:t>
            </a:r>
            <a:endParaRPr lang="en-US" sz="1400" dirty="0"/>
          </a:p>
        </p:txBody>
      </p:sp>
      <p:cxnSp>
        <p:nvCxnSpPr>
          <p:cNvPr id="10" name="Straight Arrow Connector 9"/>
          <p:cNvCxnSpPr>
            <a:endCxn id="8" idx="1"/>
          </p:cNvCxnSpPr>
          <p:nvPr/>
        </p:nvCxnSpPr>
        <p:spPr>
          <a:xfrm>
            <a:off x="2972187" y="3810000"/>
            <a:ext cx="456813" cy="15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hape 13"/>
          <p:cNvCxnSpPr>
            <a:stCxn id="8" idx="3"/>
          </p:cNvCxnSpPr>
          <p:nvPr/>
        </p:nvCxnSpPr>
        <p:spPr>
          <a:xfrm flipV="1">
            <a:off x="4800987" y="2743200"/>
            <a:ext cx="457200" cy="106832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Alternate Process 39"/>
          <p:cNvSpPr/>
          <p:nvPr/>
        </p:nvSpPr>
        <p:spPr>
          <a:xfrm>
            <a:off x="5715000" y="3505200"/>
            <a:ext cx="1524000" cy="61264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Job #2: </a:t>
            </a:r>
          </a:p>
          <a:p>
            <a:pPr algn="ctr"/>
            <a:r>
              <a:rPr lang="en-US" sz="1400" dirty="0" smtClean="0"/>
              <a:t>Recommendation update</a:t>
            </a:r>
            <a:endParaRPr lang="en-US" sz="1400" dirty="0"/>
          </a:p>
        </p:txBody>
      </p:sp>
      <p:cxnSp>
        <p:nvCxnSpPr>
          <p:cNvPr id="42" name="Shape 41"/>
          <p:cNvCxnSpPr>
            <a:endCxn id="40" idx="1"/>
          </p:cNvCxnSpPr>
          <p:nvPr/>
        </p:nvCxnSpPr>
        <p:spPr>
          <a:xfrm rot="16200000" flipH="1">
            <a:off x="5066731" y="3163255"/>
            <a:ext cx="1068324" cy="228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hape 43"/>
          <p:cNvCxnSpPr/>
          <p:nvPr/>
        </p:nvCxnSpPr>
        <p:spPr>
          <a:xfrm rot="5400000" flipH="1" flipV="1">
            <a:off x="5143694" y="4305493"/>
            <a:ext cx="914401" cy="228216"/>
          </a:xfrm>
          <a:prstGeom prst="bentConnector3">
            <a:avLst>
              <a:gd name="adj1" fmla="val 1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0" idx="0"/>
          </p:cNvCxnSpPr>
          <p:nvPr/>
        </p:nvCxnSpPr>
        <p:spPr>
          <a:xfrm flipV="1">
            <a:off x="6477000" y="2743200"/>
            <a:ext cx="387" cy="76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810387" y="1981200"/>
            <a:ext cx="715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USERS</a:t>
            </a:r>
            <a:endParaRPr lang="en-US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3581400" y="5257800"/>
            <a:ext cx="858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ITEMS</a:t>
            </a:r>
            <a:endParaRPr lang="en-US" sz="2000" dirty="0"/>
          </a:p>
        </p:txBody>
      </p:sp>
      <p:sp>
        <p:nvSpPr>
          <p:cNvPr id="73" name="TextBox 72"/>
          <p:cNvSpPr txBox="1"/>
          <p:nvPr/>
        </p:nvSpPr>
        <p:spPr>
          <a:xfrm>
            <a:off x="76200" y="3733800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EVENTS</a:t>
            </a:r>
            <a:endParaRPr lang="en-US" sz="1600" dirty="0"/>
          </a:p>
        </p:txBody>
      </p:sp>
      <p:cxnSp>
        <p:nvCxnSpPr>
          <p:cNvPr id="108" name="Shape 107"/>
          <p:cNvCxnSpPr/>
          <p:nvPr/>
        </p:nvCxnSpPr>
        <p:spPr>
          <a:xfrm rot="5400000" flipH="1" flipV="1">
            <a:off x="6370383" y="838200"/>
            <a:ext cx="914400" cy="609600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/>
          <p:cNvCxnSpPr/>
          <p:nvPr/>
        </p:nvCxnSpPr>
        <p:spPr>
          <a:xfrm>
            <a:off x="8153787" y="685800"/>
            <a:ext cx="76200" cy="914400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/>
          <p:nvPr/>
        </p:nvCxnSpPr>
        <p:spPr>
          <a:xfrm rot="5400000">
            <a:off x="7696587" y="1066800"/>
            <a:ext cx="533400" cy="5334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hape 13"/>
          <p:cNvCxnSpPr/>
          <p:nvPr/>
        </p:nvCxnSpPr>
        <p:spPr>
          <a:xfrm rot="16200000" flipH="1">
            <a:off x="4572387" y="4191000"/>
            <a:ext cx="914400" cy="457200"/>
          </a:xfrm>
          <a:prstGeom prst="bentConnector3">
            <a:avLst>
              <a:gd name="adj1" fmla="val 94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381000" y="5410200"/>
            <a:ext cx="2497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                  </a:t>
            </a:r>
            <a:r>
              <a:rPr lang="en-US" dirty="0" smtClean="0"/>
              <a:t>Native operation</a:t>
            </a:r>
          </a:p>
          <a:p>
            <a:r>
              <a:rPr lang="en-US" dirty="0" smtClean="0"/>
              <a:t>              TX        operation</a:t>
            </a:r>
            <a:endParaRPr lang="en-US" dirty="0"/>
          </a:p>
        </p:txBody>
      </p:sp>
      <p:cxnSp>
        <p:nvCxnSpPr>
          <p:cNvPr id="151" name="Straight Arrow Connector 150"/>
          <p:cNvCxnSpPr/>
          <p:nvPr/>
        </p:nvCxnSpPr>
        <p:spPr>
          <a:xfrm>
            <a:off x="457200" y="5562600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457200" y="5791200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53"/>
          <p:cNvCxnSpPr/>
          <p:nvPr/>
        </p:nvCxnSpPr>
        <p:spPr>
          <a:xfrm rot="10800000" flipV="1">
            <a:off x="1752987" y="533400"/>
            <a:ext cx="5410200" cy="2743200"/>
          </a:xfrm>
          <a:prstGeom prst="bentConnector3">
            <a:avLst>
              <a:gd name="adj1" fmla="val 100066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5486787" y="228600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shop()</a:t>
            </a:r>
            <a:endParaRPr lang="en-US" sz="1400" dirty="0"/>
          </a:p>
        </p:txBody>
      </p:sp>
      <p:sp>
        <p:nvSpPr>
          <p:cNvPr id="158" name="TextBox 157"/>
          <p:cNvSpPr txBox="1"/>
          <p:nvPr/>
        </p:nvSpPr>
        <p:spPr>
          <a:xfrm>
            <a:off x="4724400" y="990600"/>
            <a:ext cx="1820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getRecommendation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160" name="TextBox 159"/>
          <p:cNvSpPr txBox="1"/>
          <p:nvPr/>
        </p:nvSpPr>
        <p:spPr>
          <a:xfrm>
            <a:off x="8306187" y="990600"/>
            <a:ext cx="84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checkin</a:t>
            </a:r>
            <a:r>
              <a:rPr lang="en-US" sz="1400" dirty="0" smtClean="0"/>
              <a:t>()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15087</TotalTime>
  <Words>117</Words>
  <Application>Microsoft Macintosh PowerPoint</Application>
  <PresentationFormat>On-screen Show (4:3)</PresentationFormat>
  <Paragraphs>54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Yahoo!,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Edward Bortnikov</dc:creator>
  <cp:lastModifiedBy>Eshcar Hillel</cp:lastModifiedBy>
  <cp:revision>61</cp:revision>
  <cp:lastPrinted>2013-11-10T22:25:35Z</cp:lastPrinted>
  <dcterms:created xsi:type="dcterms:W3CDTF">2012-10-30T12:49:20Z</dcterms:created>
  <dcterms:modified xsi:type="dcterms:W3CDTF">2013-11-10T23:05:03Z</dcterms:modified>
</cp:coreProperties>
</file>